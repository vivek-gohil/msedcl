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88" d="100"/>
          <a:sy n="188" d="100"/>
        </p:scale>
        <p:origin x="389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Gohil" userId="8f3e33861dddeea9" providerId="LiveId" clId="{66329DA9-DAF7-4761-9467-195D649118CB}"/>
    <pc:docChg chg="undo custSel addSld modSld">
      <pc:chgData name="Vivek Gohil" userId="8f3e33861dddeea9" providerId="LiveId" clId="{66329DA9-DAF7-4761-9467-195D649118CB}" dt="2026-03-29T05:03:26.290" v="1241" actId="20577"/>
      <pc:docMkLst>
        <pc:docMk/>
      </pc:docMkLst>
      <pc:sldChg chg="modSp new mod">
        <pc:chgData name="Vivek Gohil" userId="8f3e33861dddeea9" providerId="LiveId" clId="{66329DA9-DAF7-4761-9467-195D649118CB}" dt="2026-03-29T04:36:08.836" v="54" actId="20577"/>
        <pc:sldMkLst>
          <pc:docMk/>
          <pc:sldMk cId="1947595400" sldId="258"/>
        </pc:sldMkLst>
        <pc:spChg chg="mod">
          <ac:chgData name="Vivek Gohil" userId="8f3e33861dddeea9" providerId="LiveId" clId="{66329DA9-DAF7-4761-9467-195D649118CB}" dt="2026-03-29T04:35:41.211" v="27" actId="20577"/>
          <ac:spMkLst>
            <pc:docMk/>
            <pc:sldMk cId="1947595400" sldId="258"/>
            <ac:spMk id="2" creationId="{05B4D078-2FB7-4473-C5BD-E1FA67F4C20A}"/>
          </ac:spMkLst>
        </pc:spChg>
        <pc:spChg chg="mod">
          <ac:chgData name="Vivek Gohil" userId="8f3e33861dddeea9" providerId="LiveId" clId="{66329DA9-DAF7-4761-9467-195D649118CB}" dt="2026-03-29T04:36:08.836" v="54" actId="20577"/>
          <ac:spMkLst>
            <pc:docMk/>
            <pc:sldMk cId="1947595400" sldId="258"/>
            <ac:spMk id="3" creationId="{DE5B29D1-95E7-4CBE-984E-399B88EC924F}"/>
          </ac:spMkLst>
        </pc:spChg>
      </pc:sldChg>
      <pc:sldChg chg="addSp modSp new mod">
        <pc:chgData name="Vivek Gohil" userId="8f3e33861dddeea9" providerId="LiveId" clId="{66329DA9-DAF7-4761-9467-195D649118CB}" dt="2026-03-29T04:37:26.806" v="108" actId="1076"/>
        <pc:sldMkLst>
          <pc:docMk/>
          <pc:sldMk cId="1375453207" sldId="259"/>
        </pc:sldMkLst>
        <pc:spChg chg="mod">
          <ac:chgData name="Vivek Gohil" userId="8f3e33861dddeea9" providerId="LiveId" clId="{66329DA9-DAF7-4761-9467-195D649118CB}" dt="2026-03-29T04:36:25.120" v="88" actId="20577"/>
          <ac:spMkLst>
            <pc:docMk/>
            <pc:sldMk cId="1375453207" sldId="259"/>
            <ac:spMk id="2" creationId="{F475DF55-E4B9-6BDF-C5D6-CE54EE0574C8}"/>
          </ac:spMkLst>
        </pc:spChg>
        <pc:spChg chg="mod">
          <ac:chgData name="Vivek Gohil" userId="8f3e33861dddeea9" providerId="LiveId" clId="{66329DA9-DAF7-4761-9467-195D649118CB}" dt="2026-03-29T04:36:49.878" v="105" actId="20577"/>
          <ac:spMkLst>
            <pc:docMk/>
            <pc:sldMk cId="1375453207" sldId="259"/>
            <ac:spMk id="3" creationId="{F234F20A-17AF-3F08-9424-673E4CE70326}"/>
          </ac:spMkLst>
        </pc:spChg>
        <pc:picChg chg="add mod">
          <ac:chgData name="Vivek Gohil" userId="8f3e33861dddeea9" providerId="LiveId" clId="{66329DA9-DAF7-4761-9467-195D649118CB}" dt="2026-03-29T04:37:26.806" v="108" actId="1076"/>
          <ac:picMkLst>
            <pc:docMk/>
            <pc:sldMk cId="1375453207" sldId="259"/>
            <ac:picMk id="5" creationId="{0AC2CEB1-1F40-42FD-69BB-E4A1147C3A27}"/>
          </ac:picMkLst>
        </pc:picChg>
      </pc:sldChg>
      <pc:sldChg chg="addSp modSp new mod">
        <pc:chgData name="Vivek Gohil" userId="8f3e33861dddeea9" providerId="LiveId" clId="{66329DA9-DAF7-4761-9467-195D649118CB}" dt="2026-03-29T04:39:38.807" v="153" actId="1076"/>
        <pc:sldMkLst>
          <pc:docMk/>
          <pc:sldMk cId="4157864788" sldId="260"/>
        </pc:sldMkLst>
        <pc:spChg chg="mod">
          <ac:chgData name="Vivek Gohil" userId="8f3e33861dddeea9" providerId="LiveId" clId="{66329DA9-DAF7-4761-9467-195D649118CB}" dt="2026-03-29T04:38:43.789" v="134" actId="20577"/>
          <ac:spMkLst>
            <pc:docMk/>
            <pc:sldMk cId="4157864788" sldId="260"/>
            <ac:spMk id="2" creationId="{761E6089-CCC1-B0E6-1363-7EF5DA135F27}"/>
          </ac:spMkLst>
        </pc:spChg>
        <pc:spChg chg="mod">
          <ac:chgData name="Vivek Gohil" userId="8f3e33861dddeea9" providerId="LiveId" clId="{66329DA9-DAF7-4761-9467-195D649118CB}" dt="2026-03-29T04:39:34.669" v="152" actId="1076"/>
          <ac:spMkLst>
            <pc:docMk/>
            <pc:sldMk cId="4157864788" sldId="260"/>
            <ac:spMk id="3" creationId="{112A40EF-BA46-A757-F227-B1437A882609}"/>
          </ac:spMkLst>
        </pc:spChg>
        <pc:picChg chg="add mod">
          <ac:chgData name="Vivek Gohil" userId="8f3e33861dddeea9" providerId="LiveId" clId="{66329DA9-DAF7-4761-9467-195D649118CB}" dt="2026-03-29T04:39:07.118" v="140" actId="1076"/>
          <ac:picMkLst>
            <pc:docMk/>
            <pc:sldMk cId="4157864788" sldId="260"/>
            <ac:picMk id="5" creationId="{82D09BE1-951F-DBF3-576B-4B07F061947F}"/>
          </ac:picMkLst>
        </pc:picChg>
        <pc:picChg chg="add mod">
          <ac:chgData name="Vivek Gohil" userId="8f3e33861dddeea9" providerId="LiveId" clId="{66329DA9-DAF7-4761-9467-195D649118CB}" dt="2026-03-29T04:39:38.807" v="153" actId="1076"/>
          <ac:picMkLst>
            <pc:docMk/>
            <pc:sldMk cId="4157864788" sldId="260"/>
            <ac:picMk id="7" creationId="{4469E493-9C51-32FC-6B89-B004617E205F}"/>
          </ac:picMkLst>
        </pc:picChg>
      </pc:sldChg>
      <pc:sldChg chg="modSp new mod">
        <pc:chgData name="Vivek Gohil" userId="8f3e33861dddeea9" providerId="LiveId" clId="{66329DA9-DAF7-4761-9467-195D649118CB}" dt="2026-03-29T04:40:27.976" v="240" actId="20577"/>
        <pc:sldMkLst>
          <pc:docMk/>
          <pc:sldMk cId="2852568887" sldId="261"/>
        </pc:sldMkLst>
        <pc:spChg chg="mod">
          <ac:chgData name="Vivek Gohil" userId="8f3e33861dddeea9" providerId="LiveId" clId="{66329DA9-DAF7-4761-9467-195D649118CB}" dt="2026-03-29T04:39:59.956" v="183" actId="20577"/>
          <ac:spMkLst>
            <pc:docMk/>
            <pc:sldMk cId="2852568887" sldId="261"/>
            <ac:spMk id="2" creationId="{8863054A-E919-5112-0C53-0E90E7099B0A}"/>
          </ac:spMkLst>
        </pc:spChg>
        <pc:spChg chg="mod">
          <ac:chgData name="Vivek Gohil" userId="8f3e33861dddeea9" providerId="LiveId" clId="{66329DA9-DAF7-4761-9467-195D649118CB}" dt="2026-03-29T04:40:27.976" v="240" actId="20577"/>
          <ac:spMkLst>
            <pc:docMk/>
            <pc:sldMk cId="2852568887" sldId="261"/>
            <ac:spMk id="3" creationId="{30787D06-5160-8576-0781-F582461EDAE3}"/>
          </ac:spMkLst>
        </pc:spChg>
      </pc:sldChg>
      <pc:sldChg chg="addSp modSp new mod">
        <pc:chgData name="Vivek Gohil" userId="8f3e33861dddeea9" providerId="LiveId" clId="{66329DA9-DAF7-4761-9467-195D649118CB}" dt="2026-03-29T04:41:53.507" v="279" actId="14100"/>
        <pc:sldMkLst>
          <pc:docMk/>
          <pc:sldMk cId="1648924932" sldId="262"/>
        </pc:sldMkLst>
        <pc:spChg chg="mod">
          <ac:chgData name="Vivek Gohil" userId="8f3e33861dddeea9" providerId="LiveId" clId="{66329DA9-DAF7-4761-9467-195D649118CB}" dt="2026-03-29T04:40:42.677" v="255" actId="20577"/>
          <ac:spMkLst>
            <pc:docMk/>
            <pc:sldMk cId="1648924932" sldId="262"/>
            <ac:spMk id="2" creationId="{B633550C-751B-8E3E-B0D0-20C42F84F4B6}"/>
          </ac:spMkLst>
        </pc:spChg>
        <pc:spChg chg="mod">
          <ac:chgData name="Vivek Gohil" userId="8f3e33861dddeea9" providerId="LiveId" clId="{66329DA9-DAF7-4761-9467-195D649118CB}" dt="2026-03-29T04:41:18.530" v="274" actId="20577"/>
          <ac:spMkLst>
            <pc:docMk/>
            <pc:sldMk cId="1648924932" sldId="262"/>
            <ac:spMk id="3" creationId="{54CF8E6C-B297-74D8-2C5F-D0253BC3A27A}"/>
          </ac:spMkLst>
        </pc:spChg>
        <pc:picChg chg="add mod">
          <ac:chgData name="Vivek Gohil" userId="8f3e33861dddeea9" providerId="LiveId" clId="{66329DA9-DAF7-4761-9467-195D649118CB}" dt="2026-03-29T04:41:22.814" v="275" actId="1076"/>
          <ac:picMkLst>
            <pc:docMk/>
            <pc:sldMk cId="1648924932" sldId="262"/>
            <ac:picMk id="5" creationId="{B06D36B9-DEBC-E09C-1C84-D3A1D44A6523}"/>
          </ac:picMkLst>
        </pc:picChg>
        <pc:picChg chg="add mod">
          <ac:chgData name="Vivek Gohil" userId="8f3e33861dddeea9" providerId="LiveId" clId="{66329DA9-DAF7-4761-9467-195D649118CB}" dt="2026-03-29T04:41:53.507" v="279" actId="14100"/>
          <ac:picMkLst>
            <pc:docMk/>
            <pc:sldMk cId="1648924932" sldId="262"/>
            <ac:picMk id="7" creationId="{C52C5655-7924-160F-EDD1-DA52FDBF55E9}"/>
          </ac:picMkLst>
        </pc:picChg>
      </pc:sldChg>
      <pc:sldChg chg="modSp new mod">
        <pc:chgData name="Vivek Gohil" userId="8f3e33861dddeea9" providerId="LiveId" clId="{66329DA9-DAF7-4761-9467-195D649118CB}" dt="2026-03-29T04:42:36.524" v="353" actId="20577"/>
        <pc:sldMkLst>
          <pc:docMk/>
          <pc:sldMk cId="213608482" sldId="263"/>
        </pc:sldMkLst>
        <pc:spChg chg="mod">
          <ac:chgData name="Vivek Gohil" userId="8f3e33861dddeea9" providerId="LiveId" clId="{66329DA9-DAF7-4761-9467-195D649118CB}" dt="2026-03-29T04:42:14.398" v="296" actId="20577"/>
          <ac:spMkLst>
            <pc:docMk/>
            <pc:sldMk cId="213608482" sldId="263"/>
            <ac:spMk id="2" creationId="{379437E0-D516-CC5E-EA3C-1E36FC59D25F}"/>
          </ac:spMkLst>
        </pc:spChg>
        <pc:spChg chg="mod">
          <ac:chgData name="Vivek Gohil" userId="8f3e33861dddeea9" providerId="LiveId" clId="{66329DA9-DAF7-4761-9467-195D649118CB}" dt="2026-03-29T04:42:36.524" v="353" actId="20577"/>
          <ac:spMkLst>
            <pc:docMk/>
            <pc:sldMk cId="213608482" sldId="263"/>
            <ac:spMk id="3" creationId="{185AD365-45A8-4CC8-EDB6-4F90CE5EA5F0}"/>
          </ac:spMkLst>
        </pc:spChg>
      </pc:sldChg>
      <pc:sldChg chg="modSp new mod">
        <pc:chgData name="Vivek Gohil" userId="8f3e33861dddeea9" providerId="LiveId" clId="{66329DA9-DAF7-4761-9467-195D649118CB}" dt="2026-03-29T04:43:49.587" v="483" actId="20577"/>
        <pc:sldMkLst>
          <pc:docMk/>
          <pc:sldMk cId="3011486530" sldId="264"/>
        </pc:sldMkLst>
        <pc:spChg chg="mod">
          <ac:chgData name="Vivek Gohil" userId="8f3e33861dddeea9" providerId="LiveId" clId="{66329DA9-DAF7-4761-9467-195D649118CB}" dt="2026-03-29T04:42:56.217" v="376" actId="20577"/>
          <ac:spMkLst>
            <pc:docMk/>
            <pc:sldMk cId="3011486530" sldId="264"/>
            <ac:spMk id="2" creationId="{7855B2B2-6451-F57D-3FDF-BF8AEE1653AD}"/>
          </ac:spMkLst>
        </pc:spChg>
        <pc:spChg chg="mod">
          <ac:chgData name="Vivek Gohil" userId="8f3e33861dddeea9" providerId="LiveId" clId="{66329DA9-DAF7-4761-9467-195D649118CB}" dt="2026-03-29T04:43:49.587" v="483" actId="20577"/>
          <ac:spMkLst>
            <pc:docMk/>
            <pc:sldMk cId="3011486530" sldId="264"/>
            <ac:spMk id="3" creationId="{18D3F244-8EAB-6CED-804C-948ECD22BEAF}"/>
          </ac:spMkLst>
        </pc:spChg>
      </pc:sldChg>
      <pc:sldChg chg="modSp new mod">
        <pc:chgData name="Vivek Gohil" userId="8f3e33861dddeea9" providerId="LiveId" clId="{66329DA9-DAF7-4761-9467-195D649118CB}" dt="2026-03-29T04:44:33.086" v="573" actId="20577"/>
        <pc:sldMkLst>
          <pc:docMk/>
          <pc:sldMk cId="2192993770" sldId="265"/>
        </pc:sldMkLst>
        <pc:spChg chg="mod">
          <ac:chgData name="Vivek Gohil" userId="8f3e33861dddeea9" providerId="LiveId" clId="{66329DA9-DAF7-4761-9467-195D649118CB}" dt="2026-03-29T04:44:11.571" v="513" actId="20577"/>
          <ac:spMkLst>
            <pc:docMk/>
            <pc:sldMk cId="2192993770" sldId="265"/>
            <ac:spMk id="2" creationId="{DF1394D7-F7B8-214F-FBD1-34237AF8F9F2}"/>
          </ac:spMkLst>
        </pc:spChg>
        <pc:spChg chg="mod">
          <ac:chgData name="Vivek Gohil" userId="8f3e33861dddeea9" providerId="LiveId" clId="{66329DA9-DAF7-4761-9467-195D649118CB}" dt="2026-03-29T04:44:33.086" v="573" actId="20577"/>
          <ac:spMkLst>
            <pc:docMk/>
            <pc:sldMk cId="2192993770" sldId="265"/>
            <ac:spMk id="3" creationId="{8C5C185C-4D9D-43A1-AC5A-F3805C5CED37}"/>
          </ac:spMkLst>
        </pc:spChg>
      </pc:sldChg>
      <pc:sldChg chg="modSp new mod">
        <pc:chgData name="Vivek Gohil" userId="8f3e33861dddeea9" providerId="LiveId" clId="{66329DA9-DAF7-4761-9467-195D649118CB}" dt="2026-03-29T04:45:59.166" v="720" actId="20577"/>
        <pc:sldMkLst>
          <pc:docMk/>
          <pc:sldMk cId="1117159931" sldId="266"/>
        </pc:sldMkLst>
        <pc:spChg chg="mod">
          <ac:chgData name="Vivek Gohil" userId="8f3e33861dddeea9" providerId="LiveId" clId="{66329DA9-DAF7-4761-9467-195D649118CB}" dt="2026-03-29T04:44:52.016" v="592" actId="20577"/>
          <ac:spMkLst>
            <pc:docMk/>
            <pc:sldMk cId="1117159931" sldId="266"/>
            <ac:spMk id="2" creationId="{831DEF22-B9AA-982D-5DC4-5F98C20E5981}"/>
          </ac:spMkLst>
        </pc:spChg>
        <pc:spChg chg="mod">
          <ac:chgData name="Vivek Gohil" userId="8f3e33861dddeea9" providerId="LiveId" clId="{66329DA9-DAF7-4761-9467-195D649118CB}" dt="2026-03-29T04:45:59.166" v="720" actId="20577"/>
          <ac:spMkLst>
            <pc:docMk/>
            <pc:sldMk cId="1117159931" sldId="266"/>
            <ac:spMk id="3" creationId="{9AC27107-8C14-17E7-2C92-621BF8B0AC83}"/>
          </ac:spMkLst>
        </pc:spChg>
      </pc:sldChg>
      <pc:sldChg chg="modSp new mod">
        <pc:chgData name="Vivek Gohil" userId="8f3e33861dddeea9" providerId="LiveId" clId="{66329DA9-DAF7-4761-9467-195D649118CB}" dt="2026-03-29T04:46:34.192" v="798" actId="20577"/>
        <pc:sldMkLst>
          <pc:docMk/>
          <pc:sldMk cId="3502012504" sldId="267"/>
        </pc:sldMkLst>
        <pc:spChg chg="mod">
          <ac:chgData name="Vivek Gohil" userId="8f3e33861dddeea9" providerId="LiveId" clId="{66329DA9-DAF7-4761-9467-195D649118CB}" dt="2026-03-29T04:46:16.214" v="747" actId="20577"/>
          <ac:spMkLst>
            <pc:docMk/>
            <pc:sldMk cId="3502012504" sldId="267"/>
            <ac:spMk id="2" creationId="{2A399D5C-259A-3C8C-28CC-4DB5C69AB73C}"/>
          </ac:spMkLst>
        </pc:spChg>
        <pc:spChg chg="mod">
          <ac:chgData name="Vivek Gohil" userId="8f3e33861dddeea9" providerId="LiveId" clId="{66329DA9-DAF7-4761-9467-195D649118CB}" dt="2026-03-29T04:46:34.192" v="798" actId="20577"/>
          <ac:spMkLst>
            <pc:docMk/>
            <pc:sldMk cId="3502012504" sldId="267"/>
            <ac:spMk id="3" creationId="{7F366F6C-F726-26B5-7797-A67B80F23014}"/>
          </ac:spMkLst>
        </pc:spChg>
      </pc:sldChg>
      <pc:sldChg chg="modSp new mod">
        <pc:chgData name="Vivek Gohil" userId="8f3e33861dddeea9" providerId="LiveId" clId="{66329DA9-DAF7-4761-9467-195D649118CB}" dt="2026-03-29T04:47:36.554" v="905" actId="20577"/>
        <pc:sldMkLst>
          <pc:docMk/>
          <pc:sldMk cId="1301198617" sldId="268"/>
        </pc:sldMkLst>
        <pc:spChg chg="mod">
          <ac:chgData name="Vivek Gohil" userId="8f3e33861dddeea9" providerId="LiveId" clId="{66329DA9-DAF7-4761-9467-195D649118CB}" dt="2026-03-29T04:46:46.257" v="823" actId="20577"/>
          <ac:spMkLst>
            <pc:docMk/>
            <pc:sldMk cId="1301198617" sldId="268"/>
            <ac:spMk id="2" creationId="{B681CC05-19A5-63EF-D583-25320F1F9CDB}"/>
          </ac:spMkLst>
        </pc:spChg>
        <pc:spChg chg="mod">
          <ac:chgData name="Vivek Gohil" userId="8f3e33861dddeea9" providerId="LiveId" clId="{66329DA9-DAF7-4761-9467-195D649118CB}" dt="2026-03-29T04:47:36.554" v="905" actId="20577"/>
          <ac:spMkLst>
            <pc:docMk/>
            <pc:sldMk cId="1301198617" sldId="268"/>
            <ac:spMk id="3" creationId="{AEFFDE81-A905-1A67-BEA7-924B844BB6BE}"/>
          </ac:spMkLst>
        </pc:spChg>
      </pc:sldChg>
      <pc:sldChg chg="addSp modSp new mod">
        <pc:chgData name="Vivek Gohil" userId="8f3e33861dddeea9" providerId="LiveId" clId="{66329DA9-DAF7-4761-9467-195D649118CB}" dt="2026-03-29T04:48:21.783" v="952" actId="1076"/>
        <pc:sldMkLst>
          <pc:docMk/>
          <pc:sldMk cId="107167754" sldId="269"/>
        </pc:sldMkLst>
        <pc:spChg chg="mod">
          <ac:chgData name="Vivek Gohil" userId="8f3e33861dddeea9" providerId="LiveId" clId="{66329DA9-DAF7-4761-9467-195D649118CB}" dt="2026-03-29T04:47:48.758" v="918" actId="20577"/>
          <ac:spMkLst>
            <pc:docMk/>
            <pc:sldMk cId="107167754" sldId="269"/>
            <ac:spMk id="2" creationId="{2F01D514-274D-5CF1-0D36-A524EE2475BA}"/>
          </ac:spMkLst>
        </pc:spChg>
        <pc:spChg chg="mod">
          <ac:chgData name="Vivek Gohil" userId="8f3e33861dddeea9" providerId="LiveId" clId="{66329DA9-DAF7-4761-9467-195D649118CB}" dt="2026-03-29T04:48:03.379" v="949" actId="20577"/>
          <ac:spMkLst>
            <pc:docMk/>
            <pc:sldMk cId="107167754" sldId="269"/>
            <ac:spMk id="3" creationId="{951F30AF-7452-A667-90A4-29D03539BFB5}"/>
          </ac:spMkLst>
        </pc:spChg>
        <pc:picChg chg="add mod">
          <ac:chgData name="Vivek Gohil" userId="8f3e33861dddeea9" providerId="LiveId" clId="{66329DA9-DAF7-4761-9467-195D649118CB}" dt="2026-03-29T04:48:21.783" v="952" actId="1076"/>
          <ac:picMkLst>
            <pc:docMk/>
            <pc:sldMk cId="107167754" sldId="269"/>
            <ac:picMk id="5" creationId="{65D95F34-9E31-33F7-8F33-9070CFA6A2F7}"/>
          </ac:picMkLst>
        </pc:picChg>
      </pc:sldChg>
      <pc:sldChg chg="modSp new mod">
        <pc:chgData name="Vivek Gohil" userId="8f3e33861dddeea9" providerId="LiveId" clId="{66329DA9-DAF7-4761-9467-195D649118CB}" dt="2026-03-29T04:49:04.341" v="1027" actId="20577"/>
        <pc:sldMkLst>
          <pc:docMk/>
          <pc:sldMk cId="50202949" sldId="270"/>
        </pc:sldMkLst>
        <pc:spChg chg="mod">
          <ac:chgData name="Vivek Gohil" userId="8f3e33861dddeea9" providerId="LiveId" clId="{66329DA9-DAF7-4761-9467-195D649118CB}" dt="2026-03-29T04:48:37.023" v="976" actId="20577"/>
          <ac:spMkLst>
            <pc:docMk/>
            <pc:sldMk cId="50202949" sldId="270"/>
            <ac:spMk id="2" creationId="{F6E02CF3-D701-9614-0C7B-CC555344A431}"/>
          </ac:spMkLst>
        </pc:spChg>
        <pc:spChg chg="mod">
          <ac:chgData name="Vivek Gohil" userId="8f3e33861dddeea9" providerId="LiveId" clId="{66329DA9-DAF7-4761-9467-195D649118CB}" dt="2026-03-29T04:49:04.341" v="1027" actId="20577"/>
          <ac:spMkLst>
            <pc:docMk/>
            <pc:sldMk cId="50202949" sldId="270"/>
            <ac:spMk id="3" creationId="{D1273002-883B-C838-CF24-0F49D1FEA75E}"/>
          </ac:spMkLst>
        </pc:spChg>
      </pc:sldChg>
      <pc:sldChg chg="addSp modSp new mod">
        <pc:chgData name="Vivek Gohil" userId="8f3e33861dddeea9" providerId="LiveId" clId="{66329DA9-DAF7-4761-9467-195D649118CB}" dt="2026-03-29T04:49:57.632" v="1094" actId="1076"/>
        <pc:sldMkLst>
          <pc:docMk/>
          <pc:sldMk cId="1767659873" sldId="271"/>
        </pc:sldMkLst>
        <pc:spChg chg="mod">
          <ac:chgData name="Vivek Gohil" userId="8f3e33861dddeea9" providerId="LiveId" clId="{66329DA9-DAF7-4761-9467-195D649118CB}" dt="2026-03-29T04:49:21.988" v="1057" actId="20577"/>
          <ac:spMkLst>
            <pc:docMk/>
            <pc:sldMk cId="1767659873" sldId="271"/>
            <ac:spMk id="2" creationId="{2845289C-2CF3-BEDC-D5C1-1EE81033CB8C}"/>
          </ac:spMkLst>
        </pc:spChg>
        <pc:spChg chg="mod">
          <ac:chgData name="Vivek Gohil" userId="8f3e33861dddeea9" providerId="LiveId" clId="{66329DA9-DAF7-4761-9467-195D649118CB}" dt="2026-03-29T04:49:35.480" v="1091" actId="20577"/>
          <ac:spMkLst>
            <pc:docMk/>
            <pc:sldMk cId="1767659873" sldId="271"/>
            <ac:spMk id="3" creationId="{CA31A8E1-86A3-B66E-D907-942D91F29E06}"/>
          </ac:spMkLst>
        </pc:spChg>
        <pc:picChg chg="add mod">
          <ac:chgData name="Vivek Gohil" userId="8f3e33861dddeea9" providerId="LiveId" clId="{66329DA9-DAF7-4761-9467-195D649118CB}" dt="2026-03-29T04:49:57.632" v="1094" actId="1076"/>
          <ac:picMkLst>
            <pc:docMk/>
            <pc:sldMk cId="1767659873" sldId="271"/>
            <ac:picMk id="5" creationId="{A0C0523F-89DE-18EF-BBA2-2E4B441CE9EE}"/>
          </ac:picMkLst>
        </pc:picChg>
      </pc:sldChg>
      <pc:sldChg chg="modSp new mod">
        <pc:chgData name="Vivek Gohil" userId="8f3e33861dddeea9" providerId="LiveId" clId="{66329DA9-DAF7-4761-9467-195D649118CB}" dt="2026-03-29T05:03:26.290" v="1241" actId="20577"/>
        <pc:sldMkLst>
          <pc:docMk/>
          <pc:sldMk cId="3247227146" sldId="272"/>
        </pc:sldMkLst>
        <pc:spChg chg="mod">
          <ac:chgData name="Vivek Gohil" userId="8f3e33861dddeea9" providerId="LiveId" clId="{66329DA9-DAF7-4761-9467-195D649118CB}" dt="2026-03-29T05:01:52.872" v="1122" actId="20577"/>
          <ac:spMkLst>
            <pc:docMk/>
            <pc:sldMk cId="3247227146" sldId="272"/>
            <ac:spMk id="2" creationId="{0FD0AAA6-F603-9A6E-57C3-EE92B15DA6B1}"/>
          </ac:spMkLst>
        </pc:spChg>
        <pc:spChg chg="mod">
          <ac:chgData name="Vivek Gohil" userId="8f3e33861dddeea9" providerId="LiveId" clId="{66329DA9-DAF7-4761-9467-195D649118CB}" dt="2026-03-29T05:03:26.290" v="1241" actId="20577"/>
          <ac:spMkLst>
            <pc:docMk/>
            <pc:sldMk cId="3247227146" sldId="272"/>
            <ac:spMk id="3" creationId="{E2483075-38EA-2613-D39D-2999058650A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C4992A1-B4E6-4CD5-933C-7D604A0967F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55632BB-5B4B-49B8-A9D7-E53ED34AF12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69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92A1-B4E6-4CD5-933C-7D604A0967F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2BB-5B4B-49B8-A9D7-E53ED34A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8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92A1-B4E6-4CD5-933C-7D604A0967F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2BB-5B4B-49B8-A9D7-E53ED34AF12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468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92A1-B4E6-4CD5-933C-7D604A0967F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2BB-5B4B-49B8-A9D7-E53ED34A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7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92A1-B4E6-4CD5-933C-7D604A0967F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2BB-5B4B-49B8-A9D7-E53ED34A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44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92A1-B4E6-4CD5-933C-7D604A0967F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2BB-5B4B-49B8-A9D7-E53ED34A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23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92A1-B4E6-4CD5-933C-7D604A0967F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2BB-5B4B-49B8-A9D7-E53ED34A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7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92A1-B4E6-4CD5-933C-7D604A0967F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2BB-5B4B-49B8-A9D7-E53ED34A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26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92A1-B4E6-4CD5-933C-7D604A0967F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2BB-5B4B-49B8-A9D7-E53ED34A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30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92A1-B4E6-4CD5-933C-7D604A0967F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2BB-5B4B-49B8-A9D7-E53ED34A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15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92A1-B4E6-4CD5-933C-7D604A0967F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632BB-5B4B-49B8-A9D7-E53ED34A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32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C4992A1-B4E6-4CD5-933C-7D604A0967F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355632BB-5B4B-49B8-A9D7-E53ED34A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04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48194-0AE4-285E-A781-1E8053ED41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Spring Boot Microservice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0ABC-8390-5F89-39BE-A40EFDB024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Vivek Gohil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36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E9F34-B5D2-8A41-632B-63E5BEE03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6E5CC-CB4C-DE28-CE93-9569A3E359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Secure Coding Standards</a:t>
            </a:r>
          </a:p>
          <a:p>
            <a:r>
              <a:rPr lang="en-GB" dirty="0"/>
              <a:t>Input Validation and Sanitization</a:t>
            </a:r>
          </a:p>
          <a:p>
            <a:r>
              <a:rPr lang="en-GB" dirty="0"/>
              <a:t>Secure Exception Handling</a:t>
            </a:r>
          </a:p>
          <a:p>
            <a:r>
              <a:rPr lang="en-GB" dirty="0"/>
              <a:t>Avoid Sensitive Data Exposure</a:t>
            </a:r>
          </a:p>
          <a:p>
            <a:r>
              <a:rPr lang="en-GB" dirty="0"/>
              <a:t>Secure Logging</a:t>
            </a:r>
          </a:p>
          <a:p>
            <a:r>
              <a:rPr lang="en-GB" dirty="0"/>
              <a:t>Safe File Upload</a:t>
            </a:r>
          </a:p>
          <a:p>
            <a:r>
              <a:rPr lang="en-GB" dirty="0"/>
              <a:t>Prevent Common Attacks</a:t>
            </a:r>
          </a:p>
          <a:p>
            <a:r>
              <a:rPr lang="en-GB" dirty="0"/>
              <a:t>Code Quality and best practices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5FE75-C3ED-ABDF-3BA8-0BE1F93202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Solid Principles</a:t>
            </a:r>
          </a:p>
          <a:p>
            <a:r>
              <a:rPr lang="en-GB" dirty="0"/>
              <a:t>Reusable Service Structure</a:t>
            </a:r>
          </a:p>
          <a:p>
            <a:r>
              <a:rPr lang="en-GB" dirty="0"/>
              <a:t>Performance Optimization</a:t>
            </a:r>
          </a:p>
          <a:p>
            <a:r>
              <a:rPr lang="en-GB" dirty="0"/>
              <a:t>Observability and Metrics</a:t>
            </a:r>
          </a:p>
          <a:p>
            <a:r>
              <a:rPr lang="en-GB" dirty="0"/>
              <a:t>Secure Deployment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19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D078-2FB7-4473-C5BD-E1FA67F4C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Secure Coding Standards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B29D1-95E7-4CBE-984E-399B88EC9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Why Security Matters ?</a:t>
            </a:r>
          </a:p>
          <a:p>
            <a:pPr lvl="1"/>
            <a:r>
              <a:rPr lang="en-GB" dirty="0"/>
              <a:t>Real-world breaches (data leaks, SQL injection)</a:t>
            </a:r>
          </a:p>
          <a:p>
            <a:pPr lvl="1"/>
            <a:r>
              <a:rPr lang="en-GB" dirty="0"/>
              <a:t>Cost of insecure code</a:t>
            </a:r>
          </a:p>
          <a:p>
            <a:pPr lvl="1"/>
            <a:r>
              <a:rPr lang="en-GB" dirty="0"/>
              <a:t>Developer responsibility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595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5DF55-E4B9-6BDF-C5D6-CE54EE057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Validation and Sanitization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4F20A-17AF-3F08-9424-673E4CE70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Key Points</a:t>
            </a:r>
          </a:p>
          <a:p>
            <a:pPr lvl="1"/>
            <a:r>
              <a:rPr lang="en-GB" dirty="0"/>
              <a:t>Never trust user input</a:t>
            </a:r>
          </a:p>
          <a:p>
            <a:pPr lvl="1"/>
            <a:r>
              <a:rPr lang="en-GB" dirty="0"/>
              <a:t>Validate at controller level</a:t>
            </a:r>
          </a:p>
          <a:p>
            <a:pPr lvl="1"/>
            <a:r>
              <a:rPr lang="en-GB" dirty="0"/>
              <a:t>Use annotations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2CEB1-1F40-42FD-69BB-E4A1147C3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3563309"/>
            <a:ext cx="6729984" cy="284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5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6089-CCC1-B0E6-1363-7EF5DA13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Secure Exception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A40EF-BA46-A757-F227-B1437A882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Bad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Good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09BE1-951F-DBF3-576B-4B07F0619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2453653"/>
            <a:ext cx="8400288" cy="1392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69E493-9C51-32FC-6B89-B004617E2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4440766"/>
            <a:ext cx="8103616" cy="159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64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3054A-E919-5112-0C53-0E90E709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Avoid Sensitive Data Exposure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87D06-5160-8576-0781-F582461ED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Don’t return</a:t>
            </a:r>
          </a:p>
          <a:p>
            <a:pPr lvl="1"/>
            <a:r>
              <a:rPr lang="en-GB" dirty="0"/>
              <a:t>Passwords</a:t>
            </a:r>
          </a:p>
          <a:p>
            <a:pPr lvl="1"/>
            <a:r>
              <a:rPr lang="en-GB" dirty="0"/>
              <a:t>Tokens</a:t>
            </a:r>
          </a:p>
          <a:p>
            <a:pPr lvl="1"/>
            <a:r>
              <a:rPr lang="en-GB" dirty="0"/>
              <a:t>Internal IDs</a:t>
            </a:r>
          </a:p>
          <a:p>
            <a:r>
              <a:rPr lang="en-GB" dirty="0"/>
              <a:t>Use DTOs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568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3550C-751B-8E3E-B0D0-20C42F84F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Secure Logging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F8E6C-B297-74D8-2C5F-D0253BC3A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Wrong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Correct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D36B9-DEBC-E09C-1C84-D3A1D44A6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904" y="2679158"/>
            <a:ext cx="8095488" cy="1028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2C5655-7924-160F-EDD1-DA52FDBF5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04" y="4687232"/>
            <a:ext cx="8095488" cy="96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2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37E0-D516-CC5E-EA3C-1E36FC59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Safe File Upload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D365-45A8-4CC8-EDB6-4F90CE5EA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Validate file type</a:t>
            </a:r>
          </a:p>
          <a:p>
            <a:r>
              <a:rPr lang="en-GB" dirty="0"/>
              <a:t>Limit size</a:t>
            </a:r>
          </a:p>
          <a:p>
            <a:r>
              <a:rPr lang="en-GB" dirty="0"/>
              <a:t>Store outside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08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B2B2-6451-F57D-3FDF-BF8AEE165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Prevent Common Attacks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3F244-8EAB-6CED-804C-948ECD22B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SQL Injection</a:t>
            </a:r>
          </a:p>
          <a:p>
            <a:pPr lvl="1"/>
            <a:r>
              <a:rPr lang="en-GB" dirty="0"/>
              <a:t>Use JPA / Prepared Statements</a:t>
            </a:r>
          </a:p>
          <a:p>
            <a:r>
              <a:rPr lang="en-GB" dirty="0"/>
              <a:t>CSRF</a:t>
            </a:r>
          </a:p>
          <a:p>
            <a:pPr lvl="1"/>
            <a:r>
              <a:rPr lang="en-GB" dirty="0"/>
              <a:t>Enable Spring Security CSRF protection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86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94D7-F7B8-214F-FBD1-34237AF8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Quality &amp; Best Practices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C185C-4D9D-43A1-AC5A-F3805C5CE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Clean Code</a:t>
            </a:r>
          </a:p>
          <a:p>
            <a:pPr lvl="1"/>
            <a:r>
              <a:rPr lang="en-GB" dirty="0"/>
              <a:t>Meaningful names</a:t>
            </a:r>
          </a:p>
          <a:p>
            <a:pPr lvl="1"/>
            <a:r>
              <a:rPr lang="en-GB" dirty="0"/>
              <a:t>Small methods</a:t>
            </a:r>
          </a:p>
          <a:p>
            <a:pPr lvl="1"/>
            <a:r>
              <a:rPr lang="en-GB" dirty="0"/>
              <a:t>No duplicate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993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DEF22-B9AA-982D-5DC4-5F98C20E5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SOLID Principles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27107-8C14-17E7-2C92-621BF8B0A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 – Single Responsibility </a:t>
            </a:r>
          </a:p>
          <a:p>
            <a:r>
              <a:rPr lang="en-GB" dirty="0"/>
              <a:t>O – Open/Close</a:t>
            </a:r>
          </a:p>
          <a:p>
            <a:r>
              <a:rPr lang="en-GB" dirty="0"/>
              <a:t>L – </a:t>
            </a:r>
            <a:r>
              <a:rPr lang="en-GB" dirty="0" err="1"/>
              <a:t>Liskov</a:t>
            </a:r>
            <a:r>
              <a:rPr lang="en-GB" dirty="0"/>
              <a:t> Substitution </a:t>
            </a:r>
          </a:p>
          <a:p>
            <a:r>
              <a:rPr lang="en-GB" dirty="0"/>
              <a:t>I – Interface Segregation</a:t>
            </a:r>
          </a:p>
          <a:p>
            <a:r>
              <a:rPr lang="en-GB" dirty="0"/>
              <a:t>D – Dependency Injection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159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99D5C-259A-3C8C-28CC-4DB5C69AB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Reusable Service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66F6C-F726-26B5-7797-A67B80F23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Layered architecture</a:t>
            </a:r>
          </a:p>
          <a:p>
            <a:pPr lvl="1"/>
            <a:r>
              <a:rPr lang="en-GB" dirty="0"/>
              <a:t>Controller</a:t>
            </a:r>
          </a:p>
          <a:p>
            <a:pPr lvl="1"/>
            <a:r>
              <a:rPr lang="en-GB" dirty="0"/>
              <a:t>Service</a:t>
            </a:r>
          </a:p>
          <a:p>
            <a:pPr lvl="1"/>
            <a:r>
              <a:rPr lang="en-GB" dirty="0"/>
              <a:t>Repository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012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1CC05-19A5-63EF-D583-25320F1F9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Optimization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FDE81-A905-1A67-BEA7-924B844BB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Memory and GC Basics</a:t>
            </a:r>
          </a:p>
          <a:p>
            <a:pPr lvl="1"/>
            <a:r>
              <a:rPr lang="en-GB" dirty="0"/>
              <a:t>Heap usage</a:t>
            </a:r>
          </a:p>
          <a:p>
            <a:pPr lvl="1"/>
            <a:r>
              <a:rPr lang="en-GB" dirty="0"/>
              <a:t>Minor GC / Major GC</a:t>
            </a:r>
          </a:p>
          <a:p>
            <a:pPr lvl="1"/>
            <a:r>
              <a:rPr lang="en-GB" dirty="0"/>
              <a:t>Object creation cost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198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D514-274D-5CF1-0D36-A524EE24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Lazy Loading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F30AF-7452-A667-90A4-29D03539B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Load data when needed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95F34-9E31-33F7-8F33-9070CFA6A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74179"/>
            <a:ext cx="8050784" cy="95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7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2CF3-D701-9614-0C7B-CC555344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 Optimization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73002-883B-C838-CF24-0F49D1FEA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indexes</a:t>
            </a:r>
          </a:p>
          <a:p>
            <a:r>
              <a:rPr lang="en-GB" dirty="0"/>
              <a:t>Avoid  N+1 queries</a:t>
            </a:r>
          </a:p>
          <a:p>
            <a:r>
              <a:rPr lang="en-GB" dirty="0"/>
              <a:t>Use pagination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02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5289C-2CF3-BEDC-D5C1-1EE81033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Observability and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1A8E1-86A3-B66E-D907-942D91F29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Spring Boot Actuator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0523F-89DE-18EF-BBA2-2E4B441CE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34155"/>
            <a:ext cx="9274048" cy="135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59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AAA6-F603-9A6E-57C3-EE92B15D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Secure Deployment Checklist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83075-38EA-2613-D39D-299905865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Environment Separation</a:t>
            </a:r>
          </a:p>
          <a:p>
            <a:pPr lvl="1"/>
            <a:r>
              <a:rPr lang="en-GB" dirty="0"/>
              <a:t>Dev</a:t>
            </a:r>
          </a:p>
          <a:p>
            <a:pPr lvl="1"/>
            <a:r>
              <a:rPr lang="en-GB" dirty="0"/>
              <a:t>QA</a:t>
            </a:r>
          </a:p>
          <a:p>
            <a:pPr lvl="1"/>
            <a:r>
              <a:rPr lang="en-GB" dirty="0"/>
              <a:t>Prod</a:t>
            </a:r>
          </a:p>
          <a:p>
            <a:r>
              <a:rPr lang="en-US" dirty="0"/>
              <a:t>Property Encryption</a:t>
            </a:r>
          </a:p>
          <a:p>
            <a:r>
              <a:rPr lang="en-US" dirty="0"/>
              <a:t>Secret Management</a:t>
            </a:r>
          </a:p>
          <a:p>
            <a:pPr lvl="1"/>
            <a:r>
              <a:rPr lang="en-US" dirty="0"/>
              <a:t>Use env variables </a:t>
            </a:r>
          </a:p>
          <a:p>
            <a:pPr lvl="1"/>
            <a:r>
              <a:rPr lang="en-US" dirty="0"/>
              <a:t>Never hardcode secrets</a:t>
            </a:r>
          </a:p>
        </p:txBody>
      </p:sp>
    </p:spTree>
    <p:extLst>
      <p:ext uri="{BB962C8B-B14F-4D97-AF65-F5344CB8AC3E}">
        <p14:creationId xmlns:p14="http://schemas.microsoft.com/office/powerpoint/2010/main" val="3247227146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36</TotalTime>
  <Words>235</Words>
  <Application>Microsoft Office PowerPoint</Application>
  <PresentationFormat>Widescreen</PresentationFormat>
  <Paragraphs>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Corbel</vt:lpstr>
      <vt:lpstr>Basis</vt:lpstr>
      <vt:lpstr>Spring Boot Microservice</vt:lpstr>
      <vt:lpstr>Agenda</vt:lpstr>
      <vt:lpstr>Secure Coding Standards</vt:lpstr>
      <vt:lpstr>Input Validation and Sanitization</vt:lpstr>
      <vt:lpstr>Secure Exception Handling</vt:lpstr>
      <vt:lpstr>Avoid Sensitive Data Exposure</vt:lpstr>
      <vt:lpstr>Secure Logging</vt:lpstr>
      <vt:lpstr>Safe File Upload</vt:lpstr>
      <vt:lpstr>Prevent Common Attacks</vt:lpstr>
      <vt:lpstr>Code Quality &amp; Best Practices</vt:lpstr>
      <vt:lpstr>SOLID Principles</vt:lpstr>
      <vt:lpstr>Reusable Service Structure</vt:lpstr>
      <vt:lpstr>Performance Optimization</vt:lpstr>
      <vt:lpstr>Lazy Loading</vt:lpstr>
      <vt:lpstr>Database Optimization</vt:lpstr>
      <vt:lpstr>Observability and Metrics</vt:lpstr>
      <vt:lpstr>Secure Deployment 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Gohil</dc:creator>
  <cp:lastModifiedBy>Vivek Gohil</cp:lastModifiedBy>
  <cp:revision>1</cp:revision>
  <dcterms:created xsi:type="dcterms:W3CDTF">2026-03-29T04:26:47Z</dcterms:created>
  <dcterms:modified xsi:type="dcterms:W3CDTF">2026-03-29T05:03:31Z</dcterms:modified>
</cp:coreProperties>
</file>